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5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02" y="1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7B513-B269-46C2-B7C1-9E40AF9D6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FE3560-4979-43CE-A1AD-3726EB159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CD56E-8E69-490E-B822-F69F15EF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3B90-5351-46C2-86D2-86431BAB2455}" type="datetimeFigureOut">
              <a:rPr lang="en-US" smtClean="0"/>
              <a:t>14-Feb-21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8DC7C-BD88-4E86-8851-DDE5EAFD6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5D1BC-DE0E-42B2-AE4C-419A0056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0FF56-E4FD-4694-9EF7-4004E40A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85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39711-7304-4920-A181-9D3F14549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7DA4F-3B9F-403D-99F7-97072DF04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CD5F3-8839-4C64-8A5E-2AB80C6D7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3B90-5351-46C2-86D2-86431BAB2455}" type="datetimeFigureOut">
              <a:rPr lang="en-US" smtClean="0"/>
              <a:t>14-Feb-21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A0892-6863-41B8-984C-5195ED3B9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C3AC0-AB2F-4324-8E4A-B784C9C2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0FF56-E4FD-4694-9EF7-4004E40A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31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C5F9-FB56-4E0E-BABC-68F331690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0E15E-A115-4502-BDC1-F341CD19E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DFBA6-98B0-4313-B81F-F960B12D3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3B90-5351-46C2-86D2-86431BAB2455}" type="datetimeFigureOut">
              <a:rPr lang="en-US" smtClean="0"/>
              <a:t>14-Feb-21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4E690-DE4B-4177-AC4C-71ED6A5A3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B6916-A303-40D1-99D0-B22F9F625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0FF56-E4FD-4694-9EF7-4004E40A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83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4C257-D71E-43F4-95C9-FCE8E6C4A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CC39C-1E73-45AB-BFBB-D78C47A5D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C5A41-C3E4-40F0-8A4E-4E809930B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AEB64-7798-4273-A68A-3194B7E7E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3B90-5351-46C2-86D2-86431BAB2455}" type="datetimeFigureOut">
              <a:rPr lang="en-US" smtClean="0"/>
              <a:t>14-Feb-21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66DB8-00F6-45AC-BCAE-A0634176F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28A50-BC41-46C2-ACAD-D44B0C137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0FF56-E4FD-4694-9EF7-4004E40A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1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D6F65-9A6E-4CEA-82D6-15B5DCCF8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42E0D-CD4D-4F44-A9AC-DFA7CFA6A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C1D917-9E67-4AAC-8D1F-87AA3DD68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FDB7EF-E39D-4AE5-B7B4-1A2C2930C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62F2B4-FF36-48B2-8DF0-5A77EDF4F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D3F1D-E3CF-4F1B-B662-C552DD616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3B90-5351-46C2-86D2-86431BAB2455}" type="datetimeFigureOut">
              <a:rPr lang="en-US" smtClean="0"/>
              <a:t>14-Feb-21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D42157-F4BA-4B01-A3E4-BB2987708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3976DC-5742-4F8E-A62E-424D21ED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0FF56-E4FD-4694-9EF7-4004E40A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69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F83A-2CC0-4CE2-9BA3-57F2F3A18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0CB9A2-1498-4FA3-A847-7D075D9D8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3B90-5351-46C2-86D2-86431BAB2455}" type="datetimeFigureOut">
              <a:rPr lang="en-US" smtClean="0"/>
              <a:t>14-Feb-21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2C53E6-6AE6-4586-875F-FA4846892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4678D-1206-4B58-9390-B22E35522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0FF56-E4FD-4694-9EF7-4004E40A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52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01D60A-A89B-421F-A967-72531CF3E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3B90-5351-46C2-86D2-86431BAB2455}" type="datetimeFigureOut">
              <a:rPr lang="en-US" smtClean="0"/>
              <a:t>14-Feb-21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60996-FB77-4E08-92E1-595660A6D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09B50-23A8-4F3F-B140-E41E4C55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0FF56-E4FD-4694-9EF7-4004E40A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72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8B8EB-D70E-4EB1-BC2B-E0CCB3C2F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A0026-BD78-40BA-B774-46C3359FC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F78F1-1B0F-4BE1-A5DA-BE0ECD2A5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5AED4-996E-42C1-92B5-DD37D1D74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3B90-5351-46C2-86D2-86431BAB2455}" type="datetimeFigureOut">
              <a:rPr lang="en-US" smtClean="0"/>
              <a:t>14-Feb-21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15433-B250-43EB-8F9C-BB589076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D3667-4EC3-4800-B565-7B66999A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0FF56-E4FD-4694-9EF7-4004E40A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33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5A2ED-93FE-4FC4-830E-64EB1626B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6739E8-7C27-4A42-B126-121990F0F8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F2FBB-84EB-4505-97CF-0C9533A73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3E745-5CC2-493C-BD72-FA7BEFBA6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3B90-5351-46C2-86D2-86431BAB2455}" type="datetimeFigureOut">
              <a:rPr lang="en-US" smtClean="0"/>
              <a:t>14-Feb-21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5111C-1C67-449B-8C22-194485168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579F8-2B45-41E2-827F-DF6DCF1D8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0FF56-E4FD-4694-9EF7-4004E40A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69EA-2BEF-4A60-A806-4775B8073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C6228-6755-4A04-BC5B-D09F7A951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B3EF8-49DA-4EE8-A075-ED38B6500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3B90-5351-46C2-86D2-86431BAB2455}" type="datetimeFigureOut">
              <a:rPr lang="en-US" smtClean="0"/>
              <a:t>14-Feb-21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377EB-AE78-4CC6-AA6D-8E543A685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FDEAF-0071-49EF-A3AD-550E8D29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0FF56-E4FD-4694-9EF7-4004E40A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83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C72724-6702-4DD2-8B49-7D9D34F9E8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185B8B-A288-4D64-AC19-20AEEC11C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F8784-2831-41FC-9042-8159DBAD6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3B90-5351-46C2-86D2-86431BAB2455}" type="datetimeFigureOut">
              <a:rPr lang="en-US" smtClean="0"/>
              <a:t>14-Feb-21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10B68-0A3E-4E2D-A030-C172A8DA5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B6AE0-90E9-4E06-BAC7-C5048E69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0FF56-E4FD-4694-9EF7-4004E40A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1CCDDC-ADB3-4792-9DC7-B934D85A0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CCBCB-6780-4BED-9CB6-FC417B0A8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1C8A8-51E9-48E8-B8A5-4576CE59EB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03B90-5351-46C2-86D2-86431BAB2455}" type="datetimeFigureOut">
              <a:rPr lang="en-US" smtClean="0"/>
              <a:t>14-Feb-21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4CB81-CB3B-4BEF-8461-C2C7CD508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6EEA1-5E86-4B01-9D16-014F19C24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0FF56-E4FD-4694-9EF7-4004E40A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02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1231CF5C-F2DF-423D-BBCD-DE0D6120907B}"/>
              </a:ext>
            </a:extLst>
          </p:cNvPr>
          <p:cNvGrpSpPr/>
          <p:nvPr/>
        </p:nvGrpSpPr>
        <p:grpSpPr>
          <a:xfrm>
            <a:off x="7342647" y="377031"/>
            <a:ext cx="3514933" cy="1769781"/>
            <a:chOff x="1519131" y="3014949"/>
            <a:chExt cx="3514933" cy="1769781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95076A2-46EF-4281-BDE6-CD6A0E282E13}"/>
                </a:ext>
              </a:extLst>
            </p:cNvPr>
            <p:cNvSpPr/>
            <p:nvPr/>
          </p:nvSpPr>
          <p:spPr>
            <a:xfrm>
              <a:off x="2949193" y="3014949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2BD9E99-5B50-4B5A-919F-267397E72AE3}"/>
                </a:ext>
              </a:extLst>
            </p:cNvPr>
            <p:cNvCxnSpPr>
              <a:cxnSpLocks/>
              <a:stCxn id="48" idx="3"/>
              <a:endCxn id="51" idx="7"/>
            </p:cNvCxnSpPr>
            <p:nvPr/>
          </p:nvCxnSpPr>
          <p:spPr>
            <a:xfrm flipH="1">
              <a:off x="2472594" y="3405194"/>
              <a:ext cx="543554" cy="385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3F4ED90-C159-4F3E-B841-228BBBFB638C}"/>
                </a:ext>
              </a:extLst>
            </p:cNvPr>
            <p:cNvCxnSpPr>
              <a:cxnSpLocks/>
              <a:stCxn id="48" idx="5"/>
              <a:endCxn id="52" idx="1"/>
            </p:cNvCxnSpPr>
            <p:nvPr/>
          </p:nvCxnSpPr>
          <p:spPr>
            <a:xfrm>
              <a:off x="3339438" y="3405194"/>
              <a:ext cx="715484" cy="385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89DA7C1-421A-442E-8DBC-62A05E29B573}"/>
                </a:ext>
              </a:extLst>
            </p:cNvPr>
            <p:cNvSpPr/>
            <p:nvPr/>
          </p:nvSpPr>
          <p:spPr>
            <a:xfrm>
              <a:off x="2082349" y="3723247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91A5F38-E395-45AC-A8E7-2CF657FCB908}"/>
                </a:ext>
              </a:extLst>
            </p:cNvPr>
            <p:cNvSpPr/>
            <p:nvPr/>
          </p:nvSpPr>
          <p:spPr>
            <a:xfrm>
              <a:off x="3987967" y="3723247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662D209-166D-414E-B73A-A92310FCB4D5}"/>
                </a:ext>
              </a:extLst>
            </p:cNvPr>
            <p:cNvCxnSpPr>
              <a:cxnSpLocks/>
              <a:stCxn id="51" idx="3"/>
              <a:endCxn id="54" idx="7"/>
            </p:cNvCxnSpPr>
            <p:nvPr/>
          </p:nvCxnSpPr>
          <p:spPr>
            <a:xfrm flipH="1">
              <a:off x="1909376" y="4113492"/>
              <a:ext cx="239928" cy="2809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9D86683-5F6E-41C3-99FE-FD322AB80DD0}"/>
                </a:ext>
              </a:extLst>
            </p:cNvPr>
            <p:cNvSpPr/>
            <p:nvPr/>
          </p:nvSpPr>
          <p:spPr>
            <a:xfrm>
              <a:off x="1519131" y="4327530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773DE35-7893-47F4-9FE7-98FCBB885A74}"/>
                </a:ext>
              </a:extLst>
            </p:cNvPr>
            <p:cNvCxnSpPr>
              <a:cxnSpLocks/>
              <a:stCxn id="52" idx="3"/>
              <a:endCxn id="58" idx="7"/>
            </p:cNvCxnSpPr>
            <p:nvPr/>
          </p:nvCxnSpPr>
          <p:spPr>
            <a:xfrm flipH="1">
              <a:off x="3796638" y="4113492"/>
              <a:ext cx="258284" cy="2809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D31AA13-91B7-410D-817D-7833ED0CC1A2}"/>
                </a:ext>
              </a:extLst>
            </p:cNvPr>
            <p:cNvSpPr/>
            <p:nvPr/>
          </p:nvSpPr>
          <p:spPr>
            <a:xfrm>
              <a:off x="3406393" y="4327530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9AE68BE-8B9D-4B85-B4E3-13DCD362FD98}"/>
                </a:ext>
              </a:extLst>
            </p:cNvPr>
            <p:cNvCxnSpPr>
              <a:cxnSpLocks/>
              <a:stCxn id="52" idx="5"/>
              <a:endCxn id="60" idx="1"/>
            </p:cNvCxnSpPr>
            <p:nvPr/>
          </p:nvCxnSpPr>
          <p:spPr>
            <a:xfrm>
              <a:off x="4378212" y="4113492"/>
              <a:ext cx="265607" cy="2809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7071874-3CF7-4F03-89CF-55A2912D3A65}"/>
                </a:ext>
              </a:extLst>
            </p:cNvPr>
            <p:cNvSpPr/>
            <p:nvPr/>
          </p:nvSpPr>
          <p:spPr>
            <a:xfrm>
              <a:off x="4576864" y="4327530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5E3F2FB-1B9F-4807-A02B-7C632710F611}"/>
              </a:ext>
            </a:extLst>
          </p:cNvPr>
          <p:cNvGrpSpPr/>
          <p:nvPr/>
        </p:nvGrpSpPr>
        <p:grpSpPr>
          <a:xfrm>
            <a:off x="8589905" y="4984773"/>
            <a:ext cx="3514933" cy="1769781"/>
            <a:chOff x="7028142" y="2435781"/>
            <a:chExt cx="3514933" cy="1769781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38BEDDF-64B1-4551-AE65-BF0D91FAD5BB}"/>
                </a:ext>
              </a:extLst>
            </p:cNvPr>
            <p:cNvSpPr/>
            <p:nvPr/>
          </p:nvSpPr>
          <p:spPr>
            <a:xfrm>
              <a:off x="8458204" y="2435781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8D82290-E76B-4631-8DA5-F249C9E3D3B0}"/>
                </a:ext>
              </a:extLst>
            </p:cNvPr>
            <p:cNvCxnSpPr>
              <a:cxnSpLocks/>
              <a:stCxn id="63" idx="3"/>
              <a:endCxn id="66" idx="7"/>
            </p:cNvCxnSpPr>
            <p:nvPr/>
          </p:nvCxnSpPr>
          <p:spPr>
            <a:xfrm flipH="1">
              <a:off x="7981605" y="2826026"/>
              <a:ext cx="543554" cy="385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22CF8B5-F1EE-440E-80F0-4564BDD78F0B}"/>
                </a:ext>
              </a:extLst>
            </p:cNvPr>
            <p:cNvCxnSpPr>
              <a:cxnSpLocks/>
              <a:stCxn id="63" idx="5"/>
              <a:endCxn id="67" idx="1"/>
            </p:cNvCxnSpPr>
            <p:nvPr/>
          </p:nvCxnSpPr>
          <p:spPr>
            <a:xfrm>
              <a:off x="8848449" y="2826026"/>
              <a:ext cx="715484" cy="385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0DB51D8-775C-461A-9513-D17E8FB89B19}"/>
                </a:ext>
              </a:extLst>
            </p:cNvPr>
            <p:cNvSpPr/>
            <p:nvPr/>
          </p:nvSpPr>
          <p:spPr>
            <a:xfrm>
              <a:off x="7591360" y="3144079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B21AACC-6FCE-4200-8173-67D0542084ED}"/>
                </a:ext>
              </a:extLst>
            </p:cNvPr>
            <p:cNvSpPr/>
            <p:nvPr/>
          </p:nvSpPr>
          <p:spPr>
            <a:xfrm>
              <a:off x="9496978" y="3144079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AD0C461-78E1-41C6-B5D4-9007E3A3720D}"/>
                </a:ext>
              </a:extLst>
            </p:cNvPr>
            <p:cNvCxnSpPr>
              <a:cxnSpLocks/>
              <a:stCxn id="66" idx="3"/>
              <a:endCxn id="69" idx="7"/>
            </p:cNvCxnSpPr>
            <p:nvPr/>
          </p:nvCxnSpPr>
          <p:spPr>
            <a:xfrm flipH="1">
              <a:off x="7418387" y="3534324"/>
              <a:ext cx="239928" cy="2809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6DDC9AE-D140-4B17-B312-DBB3BBB829FC}"/>
                </a:ext>
              </a:extLst>
            </p:cNvPr>
            <p:cNvSpPr/>
            <p:nvPr/>
          </p:nvSpPr>
          <p:spPr>
            <a:xfrm>
              <a:off x="7028142" y="3748362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5BF1DD6-09D6-41CF-9C82-A606C98D0B40}"/>
                </a:ext>
              </a:extLst>
            </p:cNvPr>
            <p:cNvCxnSpPr>
              <a:cxnSpLocks/>
              <a:stCxn id="66" idx="5"/>
              <a:endCxn id="71" idx="1"/>
            </p:cNvCxnSpPr>
            <p:nvPr/>
          </p:nvCxnSpPr>
          <p:spPr>
            <a:xfrm>
              <a:off x="7981605" y="3534324"/>
              <a:ext cx="227946" cy="2809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F7F9B10-13A0-4E94-9DB0-2E62680FA354}"/>
                </a:ext>
              </a:extLst>
            </p:cNvPr>
            <p:cNvSpPr/>
            <p:nvPr/>
          </p:nvSpPr>
          <p:spPr>
            <a:xfrm>
              <a:off x="8142596" y="3748362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57BA261-1ED8-4DD4-B4DB-CCB488593D6B}"/>
                </a:ext>
              </a:extLst>
            </p:cNvPr>
            <p:cNvCxnSpPr>
              <a:cxnSpLocks/>
              <a:stCxn id="67" idx="5"/>
              <a:endCxn id="73" idx="1"/>
            </p:cNvCxnSpPr>
            <p:nvPr/>
          </p:nvCxnSpPr>
          <p:spPr>
            <a:xfrm>
              <a:off x="9887223" y="3534324"/>
              <a:ext cx="265607" cy="2809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FE8AA9F9-8DF3-4E8D-95CC-AE7E12B1B4EB}"/>
                </a:ext>
              </a:extLst>
            </p:cNvPr>
            <p:cNvSpPr/>
            <p:nvPr/>
          </p:nvSpPr>
          <p:spPr>
            <a:xfrm>
              <a:off x="10085875" y="3748362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F080C972-512B-4A67-93D1-B6EADB4C4FC0}"/>
              </a:ext>
            </a:extLst>
          </p:cNvPr>
          <p:cNvSpPr txBox="1"/>
          <p:nvPr/>
        </p:nvSpPr>
        <p:spPr>
          <a:xfrm>
            <a:off x="7746836" y="4029834"/>
            <a:ext cx="1863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(A(G(j)(1))(z(5)))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086C8DB-43E8-445E-B111-060B636360AC}"/>
              </a:ext>
            </a:extLst>
          </p:cNvPr>
          <p:cNvSpPr txBox="1"/>
          <p:nvPr/>
        </p:nvSpPr>
        <p:spPr>
          <a:xfrm>
            <a:off x="8452645" y="2537057"/>
            <a:ext cx="188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(Z(9(z))(8(y)(z)))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656DC8D-DB64-4F8E-B955-321197AECBD5}"/>
              </a:ext>
            </a:extLst>
          </p:cNvPr>
          <p:cNvGrpSpPr/>
          <p:nvPr/>
        </p:nvGrpSpPr>
        <p:grpSpPr>
          <a:xfrm>
            <a:off x="1617936" y="907773"/>
            <a:ext cx="3514933" cy="2571317"/>
            <a:chOff x="1617936" y="907773"/>
            <a:chExt cx="3514933" cy="257131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CB423F0-5C02-474C-874A-23F819EA17CF}"/>
                </a:ext>
              </a:extLst>
            </p:cNvPr>
            <p:cNvSpPr/>
            <p:nvPr/>
          </p:nvSpPr>
          <p:spPr>
            <a:xfrm>
              <a:off x="3047998" y="907773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3504CEF-8845-4A03-909E-823A8758B82C}"/>
                </a:ext>
              </a:extLst>
            </p:cNvPr>
            <p:cNvCxnSpPr>
              <a:cxnSpLocks/>
              <a:stCxn id="4" idx="3"/>
              <a:endCxn id="10" idx="7"/>
            </p:cNvCxnSpPr>
            <p:nvPr/>
          </p:nvCxnSpPr>
          <p:spPr>
            <a:xfrm flipH="1">
              <a:off x="2571399" y="1298018"/>
              <a:ext cx="543554" cy="385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A7DB55A-A0B7-4AA5-87E9-234C384CC8D5}"/>
                </a:ext>
              </a:extLst>
            </p:cNvPr>
            <p:cNvCxnSpPr>
              <a:cxnSpLocks/>
              <a:stCxn id="4" idx="5"/>
              <a:endCxn id="13" idx="1"/>
            </p:cNvCxnSpPr>
            <p:nvPr/>
          </p:nvCxnSpPr>
          <p:spPr>
            <a:xfrm>
              <a:off x="3438243" y="1298018"/>
              <a:ext cx="715484" cy="3850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F857481-AF0C-4522-9500-1C93FD0E87AB}"/>
                </a:ext>
              </a:extLst>
            </p:cNvPr>
            <p:cNvSpPr/>
            <p:nvPr/>
          </p:nvSpPr>
          <p:spPr>
            <a:xfrm>
              <a:off x="2181154" y="1616071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08C41D9-4A2A-49AF-AA87-C863B1A11D35}"/>
                </a:ext>
              </a:extLst>
            </p:cNvPr>
            <p:cNvSpPr/>
            <p:nvPr/>
          </p:nvSpPr>
          <p:spPr>
            <a:xfrm>
              <a:off x="4086772" y="1616071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4040B0F-B70B-474F-A35D-A8AFAF0D027D}"/>
                </a:ext>
              </a:extLst>
            </p:cNvPr>
            <p:cNvCxnSpPr>
              <a:cxnSpLocks/>
              <a:stCxn id="10" idx="3"/>
              <a:endCxn id="19" idx="7"/>
            </p:cNvCxnSpPr>
            <p:nvPr/>
          </p:nvCxnSpPr>
          <p:spPr>
            <a:xfrm flipH="1">
              <a:off x="2008181" y="2006316"/>
              <a:ext cx="239928" cy="2809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F3986B0-735A-4D6B-AD80-AE02177A60E7}"/>
                </a:ext>
              </a:extLst>
            </p:cNvPr>
            <p:cNvSpPr/>
            <p:nvPr/>
          </p:nvSpPr>
          <p:spPr>
            <a:xfrm>
              <a:off x="1617936" y="222035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8EEB899-A980-425E-927A-61BFD0D51FE2}"/>
                </a:ext>
              </a:extLst>
            </p:cNvPr>
            <p:cNvCxnSpPr>
              <a:cxnSpLocks/>
              <a:stCxn id="10" idx="5"/>
              <a:endCxn id="23" idx="1"/>
            </p:cNvCxnSpPr>
            <p:nvPr/>
          </p:nvCxnSpPr>
          <p:spPr>
            <a:xfrm>
              <a:off x="2571399" y="2006316"/>
              <a:ext cx="191329" cy="2809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A254237-5202-4959-B2E6-5E7CC5CE300C}"/>
                </a:ext>
              </a:extLst>
            </p:cNvPr>
            <p:cNvSpPr/>
            <p:nvPr/>
          </p:nvSpPr>
          <p:spPr>
            <a:xfrm>
              <a:off x="2695773" y="222035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759331D-9089-4560-8541-D6B02F4B33FD}"/>
                </a:ext>
              </a:extLst>
            </p:cNvPr>
            <p:cNvCxnSpPr>
              <a:cxnSpLocks/>
              <a:stCxn id="13" idx="3"/>
              <a:endCxn id="27" idx="7"/>
            </p:cNvCxnSpPr>
            <p:nvPr/>
          </p:nvCxnSpPr>
          <p:spPr>
            <a:xfrm flipH="1">
              <a:off x="3895443" y="2006316"/>
              <a:ext cx="258284" cy="2809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7444C4E-B00E-4573-8A09-C31EF4DD72F2}"/>
                </a:ext>
              </a:extLst>
            </p:cNvPr>
            <p:cNvSpPr/>
            <p:nvPr/>
          </p:nvSpPr>
          <p:spPr>
            <a:xfrm>
              <a:off x="3505198" y="222035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D9B9E77-6121-4AE4-9661-7ABB9A9E70DD}"/>
                </a:ext>
              </a:extLst>
            </p:cNvPr>
            <p:cNvCxnSpPr>
              <a:cxnSpLocks/>
              <a:stCxn id="13" idx="5"/>
              <a:endCxn id="29" idx="1"/>
            </p:cNvCxnSpPr>
            <p:nvPr/>
          </p:nvCxnSpPr>
          <p:spPr>
            <a:xfrm>
              <a:off x="4477017" y="2006316"/>
              <a:ext cx="265607" cy="2809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C36F501-1541-4705-ADC5-980F031D72B1}"/>
                </a:ext>
              </a:extLst>
            </p:cNvPr>
            <p:cNvSpPr/>
            <p:nvPr/>
          </p:nvSpPr>
          <p:spPr>
            <a:xfrm>
              <a:off x="4675669" y="222035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C13D82F-81C5-4233-B1A2-CA9984B48D11}"/>
                </a:ext>
              </a:extLst>
            </p:cNvPr>
            <p:cNvCxnSpPr>
              <a:cxnSpLocks/>
              <a:stCxn id="23" idx="3"/>
              <a:endCxn id="81" idx="7"/>
            </p:cNvCxnSpPr>
            <p:nvPr/>
          </p:nvCxnSpPr>
          <p:spPr>
            <a:xfrm flipH="1">
              <a:off x="2522051" y="2610599"/>
              <a:ext cx="240677" cy="4782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16E13C43-A087-4F43-9B7B-F05732D27FE5}"/>
                </a:ext>
              </a:extLst>
            </p:cNvPr>
            <p:cNvSpPr/>
            <p:nvPr/>
          </p:nvSpPr>
          <p:spPr>
            <a:xfrm>
              <a:off x="2131806" y="3021890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0696EC0-88EC-434F-9974-7B8092ABE343}"/>
                </a:ext>
              </a:extLst>
            </p:cNvPr>
            <p:cNvCxnSpPr>
              <a:cxnSpLocks/>
              <a:stCxn id="23" idx="5"/>
              <a:endCxn id="83" idx="1"/>
            </p:cNvCxnSpPr>
            <p:nvPr/>
          </p:nvCxnSpPr>
          <p:spPr>
            <a:xfrm>
              <a:off x="3086018" y="2610599"/>
              <a:ext cx="190580" cy="4782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E35509E-26B3-4D32-82F7-729C65BA2EDF}"/>
                </a:ext>
              </a:extLst>
            </p:cNvPr>
            <p:cNvSpPr/>
            <p:nvPr/>
          </p:nvSpPr>
          <p:spPr>
            <a:xfrm>
              <a:off x="3209643" y="3021890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1EFD5C8F-17B0-4618-9769-BA1F2A0ABF58}"/>
              </a:ext>
            </a:extLst>
          </p:cNvPr>
          <p:cNvSpPr txBox="1"/>
          <p:nvPr/>
        </p:nvSpPr>
        <p:spPr>
          <a:xfrm>
            <a:off x="1648063" y="4149805"/>
            <a:ext cx="4550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(Z</a:t>
            </a:r>
            <a:r>
              <a:rPr lang="pl-PL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pl-PL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l-PL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)(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(3)(4)</a:t>
            </a:r>
            <a:r>
              <a:rPr lang="pl-PL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l-PL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)(</a:t>
            </a:r>
            <a:r>
              <a:rPr lang="en-US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l-PL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pl-PL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)(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pl-PL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l-PL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l-PL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29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66A15E0-D13B-4AFA-B7EE-69F93AF2B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-6823623"/>
            <a:ext cx="5486400" cy="576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BC413931-428B-4019-85E2-549428617C00}"/>
              </a:ext>
            </a:extLst>
          </p:cNvPr>
          <p:cNvGrpSpPr/>
          <p:nvPr/>
        </p:nvGrpSpPr>
        <p:grpSpPr>
          <a:xfrm>
            <a:off x="782477" y="362304"/>
            <a:ext cx="4865764" cy="5908222"/>
            <a:chOff x="782477" y="362304"/>
            <a:chExt cx="4865764" cy="590822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8AC06E7-9124-4883-B286-77091383DF09}"/>
                </a:ext>
              </a:extLst>
            </p:cNvPr>
            <p:cNvGrpSpPr/>
            <p:nvPr/>
          </p:nvGrpSpPr>
          <p:grpSpPr>
            <a:xfrm>
              <a:off x="782477" y="411345"/>
              <a:ext cx="2006825" cy="3482821"/>
              <a:chOff x="1100517" y="320436"/>
              <a:chExt cx="2006825" cy="3482821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65E86CF-A966-489F-942D-37F5CA1A9414}"/>
                  </a:ext>
                </a:extLst>
              </p:cNvPr>
              <p:cNvSpPr/>
              <p:nvPr/>
            </p:nvSpPr>
            <p:spPr>
              <a:xfrm>
                <a:off x="1100517" y="776835"/>
                <a:ext cx="2006825" cy="30264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21A0733-CD26-4491-9A41-33AC0AAEA4F9}"/>
                  </a:ext>
                </a:extLst>
              </p:cNvPr>
              <p:cNvSpPr/>
              <p:nvPr/>
            </p:nvSpPr>
            <p:spPr>
              <a:xfrm>
                <a:off x="1100517" y="320436"/>
                <a:ext cx="2006825" cy="4545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ysClr val="windowText" lastClr="000000"/>
                    </a:solidFill>
                  </a:rPr>
                  <a:t>BinaryTree.CLASS</a:t>
                </a:r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96187335-1187-43DA-9206-BC7D9F69E6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7326" y="1065912"/>
                <a:ext cx="1895740" cy="2448267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C58A806-8515-4ED0-9B6B-11D04236944A}"/>
                </a:ext>
              </a:extLst>
            </p:cNvPr>
            <p:cNvGrpSpPr/>
            <p:nvPr/>
          </p:nvGrpSpPr>
          <p:grpSpPr>
            <a:xfrm>
              <a:off x="3630730" y="4452992"/>
              <a:ext cx="1708769" cy="1129386"/>
              <a:chOff x="548909" y="319088"/>
              <a:chExt cx="1708769" cy="112938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AD54808-63AC-487D-903D-408D388724D1}"/>
                  </a:ext>
                </a:extLst>
              </p:cNvPr>
              <p:cNvSpPr/>
              <p:nvPr/>
            </p:nvSpPr>
            <p:spPr>
              <a:xfrm>
                <a:off x="548909" y="775487"/>
                <a:ext cx="1708769" cy="67298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CA3B665-5FB8-42BD-AF26-E8EC62960D05}"/>
                  </a:ext>
                </a:extLst>
              </p:cNvPr>
              <p:cNvSpPr/>
              <p:nvPr/>
            </p:nvSpPr>
            <p:spPr>
              <a:xfrm>
                <a:off x="548909" y="319088"/>
                <a:ext cx="1708769" cy="4545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solidFill>
                      <a:sysClr val="windowText" lastClr="000000"/>
                    </a:solidFill>
                  </a:rPr>
                  <a:t>InvalidTreeSyntax.CLASS</a:t>
                </a:r>
                <a:endParaRPr lang="en-US" sz="120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E68DEA6-2604-4BF4-8FAD-6032E857D6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5079" y="862744"/>
                <a:ext cx="1552792" cy="390580"/>
              </a:xfrm>
              <a:prstGeom prst="rect">
                <a:avLst/>
              </a:prstGeom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15F9074-8D6D-4A8D-BE45-2E6FF7D0A1C8}"/>
                </a:ext>
              </a:extLst>
            </p:cNvPr>
            <p:cNvGrpSpPr/>
            <p:nvPr/>
          </p:nvGrpSpPr>
          <p:grpSpPr>
            <a:xfrm>
              <a:off x="970740" y="4167946"/>
              <a:ext cx="1630298" cy="2102580"/>
              <a:chOff x="465539" y="2293546"/>
              <a:chExt cx="1630298" cy="210258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8242DF64-811C-46E2-ADDA-6A1004DFA2A8}"/>
                  </a:ext>
                </a:extLst>
              </p:cNvPr>
              <p:cNvGrpSpPr/>
              <p:nvPr/>
            </p:nvGrpSpPr>
            <p:grpSpPr>
              <a:xfrm>
                <a:off x="465539" y="2293546"/>
                <a:ext cx="1630298" cy="2102580"/>
                <a:chOff x="1100517" y="320436"/>
                <a:chExt cx="1724377" cy="3482821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B411CEBB-844F-46FF-B386-B067A24FA88F}"/>
                    </a:ext>
                  </a:extLst>
                </p:cNvPr>
                <p:cNvSpPr/>
                <p:nvPr/>
              </p:nvSpPr>
              <p:spPr>
                <a:xfrm>
                  <a:off x="1100517" y="776835"/>
                  <a:ext cx="1724377" cy="302642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1B019C0-A386-4431-8320-26823FA421DD}"/>
                    </a:ext>
                  </a:extLst>
                </p:cNvPr>
                <p:cNvSpPr/>
                <p:nvPr/>
              </p:nvSpPr>
              <p:spPr>
                <a:xfrm>
                  <a:off x="1100517" y="320436"/>
                  <a:ext cx="1724377" cy="45450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err="1">
                      <a:solidFill>
                        <a:sysClr val="windowText" lastClr="000000"/>
                      </a:solidFill>
                    </a:rPr>
                    <a:t>Node.CLASS</a:t>
                  </a:r>
                  <a:endParaRPr lang="en-US" sz="1400" dirty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CE5748A-974F-484B-A2CC-FE9EE0424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9815" y="2691914"/>
                <a:ext cx="1505160" cy="1581371"/>
              </a:xfrm>
              <a:prstGeom prst="rect">
                <a:avLst/>
              </a:prstGeom>
            </p:spPr>
          </p:pic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E5CBD67-0F02-4CBB-AF55-D382F6B559AC}"/>
                </a:ext>
              </a:extLst>
            </p:cNvPr>
            <p:cNvGrpSpPr/>
            <p:nvPr/>
          </p:nvGrpSpPr>
          <p:grpSpPr>
            <a:xfrm>
              <a:off x="3339601" y="362304"/>
              <a:ext cx="2308640" cy="2660129"/>
              <a:chOff x="3331509" y="3578830"/>
              <a:chExt cx="2308640" cy="266012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6EC4AA9-27DD-4A99-8394-97D989881082}"/>
                  </a:ext>
                </a:extLst>
              </p:cNvPr>
              <p:cNvSpPr/>
              <p:nvPr/>
            </p:nvSpPr>
            <p:spPr>
              <a:xfrm>
                <a:off x="3331509" y="4035229"/>
                <a:ext cx="2308640" cy="220373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A63D286-B9DA-4819-BC14-5E1BCE208A96}"/>
                  </a:ext>
                </a:extLst>
              </p:cNvPr>
              <p:cNvSpPr/>
              <p:nvPr/>
            </p:nvSpPr>
            <p:spPr>
              <a:xfrm>
                <a:off x="3331509" y="3578830"/>
                <a:ext cx="2308640" cy="45450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err="1">
                    <a:solidFill>
                      <a:sysClr val="windowText" lastClr="000000"/>
                    </a:solidFill>
                  </a:rPr>
                  <a:t>Main.CLASS</a:t>
                </a:r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BD9D58F3-911D-43D9-BE98-0A3FC3303D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71969" y="4094473"/>
                <a:ext cx="2210108" cy="1371791"/>
              </a:xfrm>
              <a:prstGeom prst="rect">
                <a:avLst/>
              </a:prstGeom>
            </p:spPr>
          </p:pic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646400E-0701-4719-882A-1FE4908D4E3B}"/>
                </a:ext>
              </a:extLst>
            </p:cNvPr>
            <p:cNvCxnSpPr>
              <a:stCxn id="24" idx="1"/>
              <a:endCxn id="5" idx="3"/>
            </p:cNvCxnSpPr>
            <p:nvPr/>
          </p:nvCxnSpPr>
          <p:spPr>
            <a:xfrm flipH="1">
              <a:off x="2765026" y="1920568"/>
              <a:ext cx="574575" cy="4603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25F30E2-8F91-4EAF-855A-69DE93B2CCEA}"/>
                </a:ext>
              </a:extLst>
            </p:cNvPr>
            <p:cNvCxnSpPr>
              <a:cxnSpLocks/>
              <a:stCxn id="2" idx="2"/>
              <a:endCxn id="16" idx="0"/>
            </p:cNvCxnSpPr>
            <p:nvPr/>
          </p:nvCxnSpPr>
          <p:spPr>
            <a:xfrm flipH="1">
              <a:off x="1785889" y="3894166"/>
              <a:ext cx="1" cy="2737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7108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79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 Merrill</dc:creator>
  <cp:lastModifiedBy>Joe Merrill</cp:lastModifiedBy>
  <cp:revision>5</cp:revision>
  <dcterms:created xsi:type="dcterms:W3CDTF">2021-02-14T13:20:54Z</dcterms:created>
  <dcterms:modified xsi:type="dcterms:W3CDTF">2021-02-14T14:02:31Z</dcterms:modified>
</cp:coreProperties>
</file>