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9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4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2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2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2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5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0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3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9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9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4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8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72FC6-87D7-48D6-B902-7387E98FB6EE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0C650-D095-4C26-9A2B-F97FB0DAF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1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B37ED836-D916-4552-B8B2-941329A00499}"/>
              </a:ext>
            </a:extLst>
          </p:cNvPr>
          <p:cNvGrpSpPr/>
          <p:nvPr/>
        </p:nvGrpSpPr>
        <p:grpSpPr>
          <a:xfrm>
            <a:off x="188206" y="182204"/>
            <a:ext cx="5375740" cy="5838836"/>
            <a:chOff x="188206" y="182204"/>
            <a:chExt cx="5375740" cy="58388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0403FAA-3932-473A-8015-C562E7AEE49F}"/>
                </a:ext>
              </a:extLst>
            </p:cNvPr>
            <p:cNvGrpSpPr/>
            <p:nvPr/>
          </p:nvGrpSpPr>
          <p:grpSpPr>
            <a:xfrm>
              <a:off x="806972" y="2946371"/>
              <a:ext cx="1895475" cy="1225930"/>
              <a:chOff x="1978024" y="69850"/>
              <a:chExt cx="1895475" cy="122593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16BA27-F15B-43FF-A740-5B7EA9E56C73}"/>
                  </a:ext>
                </a:extLst>
              </p:cNvPr>
              <p:cNvSpPr txBox="1"/>
              <p:nvPr/>
            </p:nvSpPr>
            <p:spPr>
              <a:xfrm>
                <a:off x="1978024" y="69850"/>
                <a:ext cx="1895475" cy="35515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 dirty="0" err="1"/>
                  <a:t>DFSActions.CLASS</a:t>
                </a:r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9434C2-5738-4258-AE26-00DF6280651A}"/>
                  </a:ext>
                </a:extLst>
              </p:cNvPr>
              <p:cNvSpPr/>
              <p:nvPr/>
            </p:nvSpPr>
            <p:spPr>
              <a:xfrm>
                <a:off x="1978024" y="432847"/>
                <a:ext cx="1895475" cy="8629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876FF62-CAD0-4DA0-8BB1-ABA8EC284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26915" y="486047"/>
                <a:ext cx="1600423" cy="771633"/>
              </a:xfrm>
              <a:prstGeom prst="rect">
                <a:avLst/>
              </a:prstGeom>
            </p:spPr>
          </p:pic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FD4BE30-E310-41BB-B37F-7D8E0166BD96}"/>
                </a:ext>
              </a:extLst>
            </p:cNvPr>
            <p:cNvGrpSpPr/>
            <p:nvPr/>
          </p:nvGrpSpPr>
          <p:grpSpPr>
            <a:xfrm>
              <a:off x="3392246" y="3901444"/>
              <a:ext cx="2171700" cy="973916"/>
              <a:chOff x="880593" y="2406788"/>
              <a:chExt cx="2171700" cy="97391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A8F6E10-A166-4726-99E8-201E942AFA29}"/>
                  </a:ext>
                </a:extLst>
              </p:cNvPr>
              <p:cNvGrpSpPr/>
              <p:nvPr/>
            </p:nvGrpSpPr>
            <p:grpSpPr>
              <a:xfrm>
                <a:off x="880593" y="2406788"/>
                <a:ext cx="2171700" cy="973916"/>
                <a:chOff x="1695450" y="2120900"/>
                <a:chExt cx="2171700" cy="973916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CC0C1-EC41-4817-85C9-EDF353E778CA}"/>
                    </a:ext>
                  </a:extLst>
                </p:cNvPr>
                <p:cNvSpPr txBox="1"/>
                <p:nvPr/>
              </p:nvSpPr>
              <p:spPr>
                <a:xfrm>
                  <a:off x="1695450" y="2120900"/>
                  <a:ext cx="2171700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DirectedGraph.CLASS</a:t>
                  </a:r>
                  <a:endParaRPr lang="en-US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5FBE67CF-A845-4BC0-A1B3-4FB1BE1C23EA}"/>
                    </a:ext>
                  </a:extLst>
                </p:cNvPr>
                <p:cNvSpPr/>
                <p:nvPr/>
              </p:nvSpPr>
              <p:spPr>
                <a:xfrm>
                  <a:off x="1695450" y="2490232"/>
                  <a:ext cx="2171700" cy="60458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48757B96-A60E-4AAB-8BE3-378E25DCD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7312" y="2831722"/>
                <a:ext cx="1781424" cy="447737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F638F48-9933-4215-80C9-AF53C6084174}"/>
                </a:ext>
              </a:extLst>
            </p:cNvPr>
            <p:cNvGrpSpPr/>
            <p:nvPr/>
          </p:nvGrpSpPr>
          <p:grpSpPr>
            <a:xfrm>
              <a:off x="188206" y="209044"/>
              <a:ext cx="2514241" cy="2633282"/>
              <a:chOff x="1359257" y="2769405"/>
              <a:chExt cx="2514241" cy="2633282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D0774FA-2779-4504-9BAF-20DFCFB963F3}"/>
                  </a:ext>
                </a:extLst>
              </p:cNvPr>
              <p:cNvGrpSpPr/>
              <p:nvPr/>
            </p:nvGrpSpPr>
            <p:grpSpPr>
              <a:xfrm>
                <a:off x="1359257" y="2769405"/>
                <a:ext cx="2514241" cy="2633282"/>
                <a:chOff x="1695449" y="2120900"/>
                <a:chExt cx="2514241" cy="3479800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3FB9154-F3E6-4402-98A0-17FF3068251F}"/>
                    </a:ext>
                  </a:extLst>
                </p:cNvPr>
                <p:cNvSpPr txBox="1"/>
                <p:nvPr/>
              </p:nvSpPr>
              <p:spPr>
                <a:xfrm>
                  <a:off x="1695449" y="2120900"/>
                  <a:ext cx="2514241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Graph.CLASS</a:t>
                  </a:r>
                  <a:endParaRPr lang="en-US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5754442-BD34-452A-9693-F9DE0F889B3B}"/>
                    </a:ext>
                  </a:extLst>
                </p:cNvPr>
                <p:cNvSpPr/>
                <p:nvPr/>
              </p:nvSpPr>
              <p:spPr>
                <a:xfrm>
                  <a:off x="1695449" y="2490232"/>
                  <a:ext cx="2514241" cy="311046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26539381-078A-4C04-85AD-DFA386323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348" y="3176057"/>
                <a:ext cx="2238687" cy="2181529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632ABA5-0D73-46B2-99C4-180AE7CDA397}"/>
                </a:ext>
              </a:extLst>
            </p:cNvPr>
            <p:cNvGrpSpPr/>
            <p:nvPr/>
          </p:nvGrpSpPr>
          <p:grpSpPr>
            <a:xfrm>
              <a:off x="3668471" y="1955890"/>
              <a:ext cx="1895475" cy="1863903"/>
              <a:chOff x="780714" y="3110174"/>
              <a:chExt cx="1895475" cy="1863903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7FB854C-BB67-4160-8ED5-8EF75F5E1510}"/>
                  </a:ext>
                </a:extLst>
              </p:cNvPr>
              <p:cNvGrpSpPr/>
              <p:nvPr/>
            </p:nvGrpSpPr>
            <p:grpSpPr>
              <a:xfrm>
                <a:off x="780714" y="3110174"/>
                <a:ext cx="1895475" cy="1863903"/>
                <a:chOff x="1695449" y="2120900"/>
                <a:chExt cx="1716051" cy="1863903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DF74989-F4A6-46F1-8C9B-D2B0E7DBCB46}"/>
                    </a:ext>
                  </a:extLst>
                </p:cNvPr>
                <p:cNvSpPr txBox="1"/>
                <p:nvPr/>
              </p:nvSpPr>
              <p:spPr>
                <a:xfrm>
                  <a:off x="1695449" y="2120900"/>
                  <a:ext cx="1716051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Hierarchy.CLASS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683759E-8E74-47A2-B9E6-2BF145F1B710}"/>
                    </a:ext>
                  </a:extLst>
                </p:cNvPr>
                <p:cNvSpPr/>
                <p:nvPr/>
              </p:nvSpPr>
              <p:spPr>
                <a:xfrm>
                  <a:off x="1695450" y="2490232"/>
                  <a:ext cx="1716050" cy="149457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6546DB46-8C09-4AE6-B917-18EDCE0D94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9910"/>
              <a:stretch/>
            </p:blipFill>
            <p:spPr>
              <a:xfrm>
                <a:off x="836838" y="3574440"/>
                <a:ext cx="1767933" cy="1305107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91DCEB-71C4-4F79-9FA0-EF59139C65F1}"/>
                </a:ext>
              </a:extLst>
            </p:cNvPr>
            <p:cNvGrpSpPr/>
            <p:nvPr/>
          </p:nvGrpSpPr>
          <p:grpSpPr>
            <a:xfrm>
              <a:off x="1145691" y="4247476"/>
              <a:ext cx="1556756" cy="1146154"/>
              <a:chOff x="2788265" y="2991344"/>
              <a:chExt cx="1556756" cy="114615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B8CDEC3-BE55-4B2C-90AF-991D9D4FD2FD}"/>
                  </a:ext>
                </a:extLst>
              </p:cNvPr>
              <p:cNvGrpSpPr/>
              <p:nvPr/>
            </p:nvGrpSpPr>
            <p:grpSpPr>
              <a:xfrm>
                <a:off x="2788265" y="2991344"/>
                <a:ext cx="1556756" cy="1146154"/>
                <a:chOff x="1695450" y="2120900"/>
                <a:chExt cx="1556756" cy="1146154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F6D589C-8A56-4AAE-ACCE-CE87484D32BA}"/>
                    </a:ext>
                  </a:extLst>
                </p:cNvPr>
                <p:cNvSpPr txBox="1"/>
                <p:nvPr/>
              </p:nvSpPr>
              <p:spPr>
                <a:xfrm>
                  <a:off x="1695450" y="2120900"/>
                  <a:ext cx="155675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Main.CLASS</a:t>
                  </a:r>
                  <a:endParaRPr lang="en-US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AF30BB3-CF81-459B-A2CE-E9A393F2E9B4}"/>
                    </a:ext>
                  </a:extLst>
                </p:cNvPr>
                <p:cNvSpPr/>
                <p:nvPr/>
              </p:nvSpPr>
              <p:spPr>
                <a:xfrm>
                  <a:off x="1695450" y="2490232"/>
                  <a:ext cx="1556756" cy="77682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632765E-2B58-4CEB-B3E9-EF43D8DC99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8863" y="3429000"/>
                <a:ext cx="1448002" cy="562053"/>
              </a:xfrm>
              <a:prstGeom prst="rect">
                <a:avLst/>
              </a:prstGeom>
            </p:spPr>
          </p:pic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8C4D0A1-F6E5-4756-A85B-891C3E9A97F3}"/>
                </a:ext>
              </a:extLst>
            </p:cNvPr>
            <p:cNvGrpSpPr/>
            <p:nvPr/>
          </p:nvGrpSpPr>
          <p:grpSpPr>
            <a:xfrm>
              <a:off x="3102517" y="182204"/>
              <a:ext cx="2461429" cy="1661341"/>
              <a:chOff x="3284374" y="3001450"/>
              <a:chExt cx="2461429" cy="1661341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0F67B7D-FD2A-40AD-8F48-696634C5A686}"/>
                  </a:ext>
                </a:extLst>
              </p:cNvPr>
              <p:cNvGrpSpPr/>
              <p:nvPr/>
            </p:nvGrpSpPr>
            <p:grpSpPr>
              <a:xfrm>
                <a:off x="3284374" y="3001450"/>
                <a:ext cx="2461429" cy="1661341"/>
                <a:chOff x="1695449" y="2120900"/>
                <a:chExt cx="2461429" cy="1661341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3850253-AA63-4E48-B93E-492B2E376105}"/>
                    </a:ext>
                  </a:extLst>
                </p:cNvPr>
                <p:cNvSpPr txBox="1"/>
                <p:nvPr/>
              </p:nvSpPr>
              <p:spPr>
                <a:xfrm>
                  <a:off x="1695449" y="2120900"/>
                  <a:ext cx="2461429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ParenthesizedList.CLASS</a:t>
                  </a:r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2354566-BEB5-4A8F-8EDA-B11FAC3D1B9A}"/>
                    </a:ext>
                  </a:extLst>
                </p:cNvPr>
                <p:cNvSpPr/>
                <p:nvPr/>
              </p:nvSpPr>
              <p:spPr>
                <a:xfrm>
                  <a:off x="1695450" y="2490232"/>
                  <a:ext cx="2461428" cy="129200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4616DAAA-DA51-4115-8E8F-7F1B0787F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81288" y="3447600"/>
                <a:ext cx="1781424" cy="1028844"/>
              </a:xfrm>
              <a:prstGeom prst="rect">
                <a:avLst/>
              </a:prstGeom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7239745-B2DA-4978-9FAB-9F79B36097F1}"/>
                </a:ext>
              </a:extLst>
            </p:cNvPr>
            <p:cNvGrpSpPr/>
            <p:nvPr/>
          </p:nvGrpSpPr>
          <p:grpSpPr>
            <a:xfrm>
              <a:off x="4007191" y="4971586"/>
              <a:ext cx="1556755" cy="1049454"/>
              <a:chOff x="5270502" y="3152895"/>
              <a:chExt cx="1556755" cy="104945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8CE601D-DDF5-4AC5-B67C-A7C2F12A520F}"/>
                  </a:ext>
                </a:extLst>
              </p:cNvPr>
              <p:cNvGrpSpPr/>
              <p:nvPr/>
            </p:nvGrpSpPr>
            <p:grpSpPr>
              <a:xfrm>
                <a:off x="5270502" y="3152895"/>
                <a:ext cx="1556755" cy="1049454"/>
                <a:chOff x="1695449" y="2120900"/>
                <a:chExt cx="1556755" cy="1049454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BC9EF3B-3342-40DD-9E32-945EC2468F47}"/>
                    </a:ext>
                  </a:extLst>
                </p:cNvPr>
                <p:cNvSpPr txBox="1"/>
                <p:nvPr/>
              </p:nvSpPr>
              <p:spPr>
                <a:xfrm>
                  <a:off x="1695449" y="2120900"/>
                  <a:ext cx="1556755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dirty="0" err="1"/>
                    <a:t>Vertex.CLASS</a:t>
                  </a:r>
                  <a:endParaRPr lang="en-US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8F14189-36D3-4024-BE5A-E86311F9E025}"/>
                    </a:ext>
                  </a:extLst>
                </p:cNvPr>
                <p:cNvSpPr/>
                <p:nvPr/>
              </p:nvSpPr>
              <p:spPr>
                <a:xfrm>
                  <a:off x="1695450" y="2490232"/>
                  <a:ext cx="1556754" cy="68012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E03EE4B7-B96A-4C1A-B217-55EC3F1FE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3838" y="3603878"/>
                <a:ext cx="1219370" cy="543001"/>
              </a:xfrm>
              <a:prstGeom prst="rect">
                <a:avLst/>
              </a:prstGeom>
            </p:spPr>
          </p:pic>
        </p:grp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C8C51DC-ABA7-4A61-B1EA-2095968EB0FD}"/>
                </a:ext>
              </a:extLst>
            </p:cNvPr>
            <p:cNvCxnSpPr>
              <a:cxnSpLocks/>
              <a:stCxn id="13" idx="3"/>
              <a:endCxn id="37" idx="1"/>
            </p:cNvCxnSpPr>
            <p:nvPr/>
          </p:nvCxnSpPr>
          <p:spPr>
            <a:xfrm flipV="1">
              <a:off x="2702447" y="3072508"/>
              <a:ext cx="966025" cy="668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7BE4D4C-E9CC-4A5E-BE06-6B4305717E36}"/>
                </a:ext>
              </a:extLst>
            </p:cNvPr>
            <p:cNvCxnSpPr>
              <a:cxnSpLocks/>
              <a:stCxn id="34" idx="3"/>
              <a:endCxn id="43" idx="1"/>
            </p:cNvCxnSpPr>
            <p:nvPr/>
          </p:nvCxnSpPr>
          <p:spPr>
            <a:xfrm flipV="1">
              <a:off x="2702447" y="4573068"/>
              <a:ext cx="689799" cy="4321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91ADEC9-F88D-4AB9-8961-0C61FBF201CC}"/>
                </a:ext>
              </a:extLst>
            </p:cNvPr>
            <p:cNvCxnSpPr>
              <a:cxnSpLocks/>
              <a:stCxn id="13" idx="3"/>
              <a:endCxn id="31" idx="1"/>
            </p:cNvCxnSpPr>
            <p:nvPr/>
          </p:nvCxnSpPr>
          <p:spPr>
            <a:xfrm flipV="1">
              <a:off x="2702447" y="1197541"/>
              <a:ext cx="400071" cy="2543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2B80876-2A70-4517-BCFB-2EE899F6B0CE}"/>
                </a:ext>
              </a:extLst>
            </p:cNvPr>
            <p:cNvCxnSpPr>
              <a:cxnSpLocks/>
              <a:stCxn id="40" idx="3"/>
              <a:endCxn id="31" idx="1"/>
            </p:cNvCxnSpPr>
            <p:nvPr/>
          </p:nvCxnSpPr>
          <p:spPr>
            <a:xfrm flipV="1">
              <a:off x="2702447" y="1197541"/>
              <a:ext cx="400071" cy="467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DFB1D7B-ABD5-42C8-AA36-01B5C05D1945}"/>
                </a:ext>
              </a:extLst>
            </p:cNvPr>
            <p:cNvCxnSpPr>
              <a:cxnSpLocks/>
              <a:stCxn id="40" idx="3"/>
              <a:endCxn id="52" idx="1"/>
            </p:cNvCxnSpPr>
            <p:nvPr/>
          </p:nvCxnSpPr>
          <p:spPr>
            <a:xfrm>
              <a:off x="2702447" y="1665428"/>
              <a:ext cx="1022148" cy="14072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274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21</Words>
  <Application>Microsoft Office PowerPoint</Application>
  <PresentationFormat>Letter Paper (8.5x11 in)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Merrill</dc:creator>
  <cp:lastModifiedBy>Joe Merrill</cp:lastModifiedBy>
  <cp:revision>4</cp:revision>
  <dcterms:created xsi:type="dcterms:W3CDTF">2021-03-09T21:52:56Z</dcterms:created>
  <dcterms:modified xsi:type="dcterms:W3CDTF">2021-03-09T22:45:01Z</dcterms:modified>
</cp:coreProperties>
</file>