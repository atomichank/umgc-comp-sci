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7" r:id="rId4"/>
    <p:sldId id="258" r:id="rId5"/>
    <p:sldId id="259" r:id="rId6"/>
    <p:sldId id="264" r:id="rId7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64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8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2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8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0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72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82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24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44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B070E-C92C-42FC-BE88-F87900D4D9C2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1FD7E-EAEE-4D6A-8E0F-6371ED455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3B79EA-9DD3-4D40-BF6C-8A6F80F40073}"/>
              </a:ext>
            </a:extLst>
          </p:cNvPr>
          <p:cNvSpPr txBox="1"/>
          <p:nvPr/>
        </p:nvSpPr>
        <p:spPr>
          <a:xfrm>
            <a:off x="0" y="2607733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4909C-86C5-4C8F-8ED9-8598AF6E69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532" y="369332"/>
            <a:ext cx="4839335" cy="1962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ADA582-24B2-44A7-A9C2-CE6C01FCD4DD}"/>
              </a:ext>
            </a:extLst>
          </p:cNvPr>
          <p:cNvSpPr txBox="1"/>
          <p:nvPr/>
        </p:nvSpPr>
        <p:spPr>
          <a:xfrm>
            <a:off x="69532" y="50695"/>
            <a:ext cx="2074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Setting to 5 frames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7F302E-838E-4363-BC6C-0102B0780FB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9532" y="2977065"/>
            <a:ext cx="574421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45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289C006-80BC-47A5-9CE3-F483316A092E}"/>
              </a:ext>
            </a:extLst>
          </p:cNvPr>
          <p:cNvGrpSpPr/>
          <p:nvPr/>
        </p:nvGrpSpPr>
        <p:grpSpPr>
          <a:xfrm>
            <a:off x="-1" y="369332"/>
            <a:ext cx="6138334" cy="8774668"/>
            <a:chOff x="0" y="533400"/>
            <a:chExt cx="5320938" cy="77006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E0FC15E-B6A0-4D61-BA75-2D4601965719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533400"/>
              <a:ext cx="2705100" cy="909320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FF009F4-DF50-411D-82CF-FB48A5EC4AFB}"/>
                </a:ext>
              </a:extLst>
            </p:cNvPr>
            <p:cNvGrpSpPr/>
            <p:nvPr/>
          </p:nvGrpSpPr>
          <p:grpSpPr>
            <a:xfrm>
              <a:off x="0" y="1442720"/>
              <a:ext cx="5320938" cy="6791325"/>
              <a:chOff x="0" y="0"/>
              <a:chExt cx="6448256" cy="822960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83D5B8D-0996-4C3C-A8E3-3B55E499FC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011045" cy="82296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83D26DE-750B-4566-806B-FE20DFE793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1045" y="0"/>
                <a:ext cx="1988820" cy="82296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4043A65-2F48-42BE-A5CE-8C798B4AC3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4838" y="0"/>
                <a:ext cx="2443418" cy="5006185"/>
              </a:xfrm>
              <a:prstGeom prst="rect">
                <a:avLst/>
              </a:prstGeom>
            </p:spPr>
          </p:pic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F0753B8-03B5-4D83-9527-F7EA0F05F6AC}"/>
              </a:ext>
            </a:extLst>
          </p:cNvPr>
          <p:cNvSpPr txBox="1"/>
          <p:nvPr/>
        </p:nvSpPr>
        <p:spPr>
          <a:xfrm>
            <a:off x="0" y="0"/>
            <a:ext cx="110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4</a:t>
            </a:r>
          </a:p>
        </p:txBody>
      </p:sp>
    </p:spTree>
    <p:extLst>
      <p:ext uri="{BB962C8B-B14F-4D97-AF65-F5344CB8AC3E}">
        <p14:creationId xmlns:p14="http://schemas.microsoft.com/office/powerpoint/2010/main" val="288907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C2D761-35E1-408F-A412-FE52D1158B5C}"/>
              </a:ext>
            </a:extLst>
          </p:cNvPr>
          <p:cNvSpPr txBox="1"/>
          <p:nvPr/>
        </p:nvSpPr>
        <p:spPr>
          <a:xfrm>
            <a:off x="0" y="0"/>
            <a:ext cx="110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AC4335-3F31-4577-B8CC-563C99000C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352399"/>
            <a:ext cx="3038475" cy="104330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D98D357-46DA-4366-8778-DCAD0FFF734B}"/>
              </a:ext>
            </a:extLst>
          </p:cNvPr>
          <p:cNvGrpSpPr/>
          <p:nvPr/>
        </p:nvGrpSpPr>
        <p:grpSpPr>
          <a:xfrm>
            <a:off x="0" y="1395704"/>
            <a:ext cx="6290733" cy="7748296"/>
            <a:chOff x="0" y="0"/>
            <a:chExt cx="6673967" cy="82296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E98CF93-6914-4B6D-82C3-394A96109A29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003425" cy="82296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5ACC4F5-4FF8-43F5-A9F4-841EB3BF2559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003425" y="0"/>
              <a:ext cx="2064385" cy="82296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C6B07AB-5F4F-43C1-A716-EB558B67A51D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067810" y="0"/>
              <a:ext cx="2606157" cy="5649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2711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E5FA5-2BC7-4B87-AA81-ED7B5ED181B5}"/>
              </a:ext>
            </a:extLst>
          </p:cNvPr>
          <p:cNvSpPr txBox="1"/>
          <p:nvPr/>
        </p:nvSpPr>
        <p:spPr>
          <a:xfrm>
            <a:off x="0" y="0"/>
            <a:ext cx="110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B6CFC2-BB79-4C9E-830C-7CDAA8F963A7}"/>
              </a:ext>
            </a:extLst>
          </p:cNvPr>
          <p:cNvPicPr/>
          <p:nvPr/>
        </p:nvPicPr>
        <p:blipFill rotWithShape="1">
          <a:blip r:embed="rId2"/>
          <a:srcRect t="48966"/>
          <a:stretch/>
        </p:blipFill>
        <p:spPr>
          <a:xfrm>
            <a:off x="0" y="296332"/>
            <a:ext cx="3276600" cy="96520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8F44FC5-F408-4C79-ABA1-85FCB69D7087}"/>
              </a:ext>
            </a:extLst>
          </p:cNvPr>
          <p:cNvGrpSpPr/>
          <p:nvPr/>
        </p:nvGrpSpPr>
        <p:grpSpPr>
          <a:xfrm>
            <a:off x="20702" y="1261533"/>
            <a:ext cx="6718765" cy="7882467"/>
            <a:chOff x="2387600" y="457200"/>
            <a:chExt cx="6837298" cy="82296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FAA427D-EB68-4B8A-95C1-F4A0FC1EB6B0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387600" y="457200"/>
              <a:ext cx="2082800" cy="82296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11E361-4EBF-4ACB-BAEC-3914E2193E9C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4470400" y="457200"/>
              <a:ext cx="2007235" cy="82296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D0BE213-2DF3-407C-8C52-6F1DC7929B7F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6477635" y="457200"/>
              <a:ext cx="2747263" cy="58843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4510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09DD1D-A7E4-4227-B8EE-D849D1ADDEF8}"/>
              </a:ext>
            </a:extLst>
          </p:cNvPr>
          <p:cNvSpPr txBox="1"/>
          <p:nvPr/>
        </p:nvSpPr>
        <p:spPr>
          <a:xfrm>
            <a:off x="0" y="0"/>
            <a:ext cx="110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44EE64-1B5D-4840-931D-CD309E82DE96}"/>
              </a:ext>
            </a:extLst>
          </p:cNvPr>
          <p:cNvPicPr/>
          <p:nvPr/>
        </p:nvPicPr>
        <p:blipFill rotWithShape="1">
          <a:blip r:embed="rId2"/>
          <a:srcRect t="52243"/>
          <a:stretch/>
        </p:blipFill>
        <p:spPr>
          <a:xfrm>
            <a:off x="0" y="287866"/>
            <a:ext cx="3928533" cy="114300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16F7AEA-C3F9-40C4-BBBC-CB5FB5FC215E}"/>
              </a:ext>
            </a:extLst>
          </p:cNvPr>
          <p:cNvGrpSpPr/>
          <p:nvPr/>
        </p:nvGrpSpPr>
        <p:grpSpPr>
          <a:xfrm>
            <a:off x="0" y="1430867"/>
            <a:ext cx="6536267" cy="7713133"/>
            <a:chOff x="-648018" y="516467"/>
            <a:chExt cx="6775585" cy="82296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D69054B-FBDD-4F11-A949-E137D451E590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-648018" y="516467"/>
              <a:ext cx="2108835" cy="82296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7C131BE-AD60-49A8-A114-5D5F05D8F4E3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460817" y="516467"/>
              <a:ext cx="2027555" cy="82296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7E02FCF-185C-406B-A532-5C0A1C10AA44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488373" y="516467"/>
              <a:ext cx="2639194" cy="58081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006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E5FA5-2BC7-4B87-AA81-ED7B5ED181B5}"/>
              </a:ext>
            </a:extLst>
          </p:cNvPr>
          <p:cNvSpPr txBox="1"/>
          <p:nvPr/>
        </p:nvSpPr>
        <p:spPr>
          <a:xfrm>
            <a:off x="0" y="0"/>
            <a:ext cx="110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FBC4BC-143A-43F7-AFDB-0975D5EF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66" y="369332"/>
            <a:ext cx="3554702" cy="8551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398221-64B5-4FB4-B9A9-9AECBE09E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68" y="369332"/>
            <a:ext cx="2784859" cy="855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5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16</Words>
  <Application>Microsoft Office PowerPoint</Application>
  <PresentationFormat>Letter Paper (8.5x11 in)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 Merrill</dc:creator>
  <cp:lastModifiedBy>Joe Merrill</cp:lastModifiedBy>
  <cp:revision>4</cp:revision>
  <dcterms:created xsi:type="dcterms:W3CDTF">2021-03-09T20:10:43Z</dcterms:created>
  <dcterms:modified xsi:type="dcterms:W3CDTF">2021-03-09T21:51:55Z</dcterms:modified>
</cp:coreProperties>
</file>