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2" r:id="rId3"/>
    <p:sldId id="263" r:id="rId4"/>
    <p:sldId id="265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0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1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5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56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2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93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4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4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7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7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1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CBE23-B4F6-49E8-BC04-034742380505}" type="datetimeFigureOut">
              <a:rPr lang="en-US" smtClean="0"/>
              <a:t>09-Mar-21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79453-B481-4A94-8AF6-C950910A7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58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6D73E-B4E2-4F4C-95F2-13F5179ABD1D}"/>
              </a:ext>
            </a:extLst>
          </p:cNvPr>
          <p:cNvSpPr txBox="1"/>
          <p:nvPr/>
        </p:nvSpPr>
        <p:spPr>
          <a:xfrm>
            <a:off x="0" y="2607733"/>
            <a:ext cx="130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4BCA4-B56E-43C4-B73C-2D318D6382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532" y="369332"/>
            <a:ext cx="4839335" cy="1962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DDF577-B16F-4F3C-BBCB-C71E8FAD9209}"/>
              </a:ext>
            </a:extLst>
          </p:cNvPr>
          <p:cNvSpPr txBox="1"/>
          <p:nvPr/>
        </p:nvSpPr>
        <p:spPr>
          <a:xfrm>
            <a:off x="69532" y="50695"/>
            <a:ext cx="2074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Setting to 5 frames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1A4AA-9E96-4EEE-B914-CA5B7721E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" y="2938947"/>
            <a:ext cx="5944430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52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F0753B8-03B5-4D83-9527-F7EA0F05F6AC}"/>
              </a:ext>
            </a:extLst>
          </p:cNvPr>
          <p:cNvSpPr txBox="1"/>
          <p:nvPr/>
        </p:nvSpPr>
        <p:spPr>
          <a:xfrm>
            <a:off x="0" y="0"/>
            <a:ext cx="110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94AA5-801B-42A4-BD6D-E9B2B03FA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2"/>
            <a:ext cx="3396921" cy="8136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DDF60-E812-4C52-84D5-CCBEE4E9E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732" y="369332"/>
            <a:ext cx="3534268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0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C2D761-35E1-408F-A412-FE52D1158B5C}"/>
              </a:ext>
            </a:extLst>
          </p:cNvPr>
          <p:cNvSpPr txBox="1"/>
          <p:nvPr/>
        </p:nvSpPr>
        <p:spPr>
          <a:xfrm>
            <a:off x="0" y="0"/>
            <a:ext cx="110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E8E73-3FE8-4A35-B89C-DEDCA94B1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0" y="369332"/>
            <a:ext cx="3265533" cy="79449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6CE218-D202-473F-831B-A20554866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613" y="369332"/>
            <a:ext cx="3325976" cy="730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3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9DD1D-A7E4-4227-B8EE-D849D1ADDEF8}"/>
              </a:ext>
            </a:extLst>
          </p:cNvPr>
          <p:cNvSpPr txBox="1"/>
          <p:nvPr/>
        </p:nvSpPr>
        <p:spPr>
          <a:xfrm>
            <a:off x="0" y="0"/>
            <a:ext cx="110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 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F94E7E-6F35-4D1A-BFE6-22649EB0F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2"/>
            <a:ext cx="3219312" cy="7789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FBF3EF-2FA6-4251-A55A-2C07C92BD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312" y="369332"/>
            <a:ext cx="2545580" cy="778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5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12</Words>
  <Application>Microsoft Office PowerPoint</Application>
  <PresentationFormat>Letter Paper (8.5x11 in)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 Merrill</dc:creator>
  <cp:lastModifiedBy>Joe Merrill</cp:lastModifiedBy>
  <cp:revision>2</cp:revision>
  <dcterms:created xsi:type="dcterms:W3CDTF">2021-03-09T20:40:44Z</dcterms:created>
  <dcterms:modified xsi:type="dcterms:W3CDTF">2021-03-09T21:52:33Z</dcterms:modified>
</cp:coreProperties>
</file>